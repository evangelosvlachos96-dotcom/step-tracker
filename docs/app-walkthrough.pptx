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2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65618"/>
            <a:ext cx="9144000" cy="2387600"/>
          </a:xfrm>
        </p:spPr>
        <p:txBody>
          <a:bodyPr/>
          <a:lstStyle/>
          <a:p>
            <a:r>
              <a:rPr lang="en-US" dirty="0"/>
              <a:t>Sample Web Application Gallery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Log in page</a:t>
            </a:r>
            <a:endParaRPr lang="en-US"/>
          </a:p>
        </p:txBody>
      </p:sp>
      <p:pic>
        <p:nvPicPr>
          <p:cNvPr id="4" name="Content Placeholder 3" descr="login0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66165" y="1838960"/>
            <a:ext cx="4552950" cy="41910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267575" y="2585720"/>
            <a:ext cx="40005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l-GR"/>
              <a:t>On this page the user logs in if they already have an account, or registers if they do not.</a:t>
            </a:r>
            <a:endParaRPr lang="en-US" altLang="el-G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l-G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l-GR"/>
              <a:t>At this point validation runs to check the submitted username and password against the user list in the database.</a:t>
            </a:r>
            <a:endParaRPr lang="en-US" altLang="el-G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Register Page</a:t>
            </a:r>
            <a:endParaRPr lang="en-US"/>
          </a:p>
        </p:txBody>
      </p:sp>
      <p:pic>
        <p:nvPicPr>
          <p:cNvPr id="4" name="Content Placeholder 3" descr="login0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33475" y="1691005"/>
            <a:ext cx="3601720" cy="43516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581775" y="2623820"/>
            <a:ext cx="354266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On the register page the user enters their personal information. If the form is valid and the chosen username and password are accepted, the user is redirected to the login page.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Log in page</a:t>
            </a:r>
            <a:endParaRPr lang="en-US"/>
          </a:p>
        </p:txBody>
      </p:sp>
      <p:pic>
        <p:nvPicPr>
          <p:cNvPr id="4" name="Content Placeholder 3" descr="login0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57300" y="1843405"/>
            <a:ext cx="3771900" cy="37338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619875" y="2747645"/>
            <a:ext cx="41529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message confirms that the account has been created, and then we wait for the user to enter their credentials.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Dashboard</a:t>
            </a:r>
            <a:endParaRPr lang="en-US"/>
          </a:p>
        </p:txBody>
      </p:sp>
      <p:pic>
        <p:nvPicPr>
          <p:cNvPr id="4" name="Content Placeholder 3" descr="dashboard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1785" y="1752600"/>
            <a:ext cx="8318500" cy="47136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248775" y="1909445"/>
            <a:ext cx="249555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This is the main dashboard the user lands on after logging in. A navbar lets them switch between the dashboard and the create-record page, and the top section shows information about the user.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the middle the main content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And on the bottom a simple footer.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Dashboard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321165" y="1715135"/>
            <a:ext cx="271653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After a few manual insertions, the chart already shows the steps recorded over the past days.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user’s information updates dynamically from the database, and so does the chart data.</a:t>
            </a:r>
            <a:endParaRPr lang="en-US"/>
          </a:p>
        </p:txBody>
      </p:sp>
      <p:pic>
        <p:nvPicPr>
          <p:cNvPr id="7" name="Content Placeholder 6" descr="Captur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8280" y="1691005"/>
            <a:ext cx="911288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Submitting Day’s Steps</a:t>
            </a:r>
            <a:endParaRPr lang="en-US"/>
          </a:p>
        </p:txBody>
      </p:sp>
      <p:pic>
        <p:nvPicPr>
          <p:cNvPr id="4" name="Content Placeholder 3" descr="adding steps"/>
          <p:cNvPicPr>
            <a:picLocks noChangeAspect="1"/>
          </p:cNvPicPr>
          <p:nvPr>
            <p:ph idx="1"/>
          </p:nvPr>
        </p:nvPicPr>
        <p:blipFill>
          <a:blip r:embed="rId1"/>
          <a:srcRect l="37264" t="2555" r="35339" b="-11371"/>
          <a:stretch>
            <a:fillRect/>
          </a:stretch>
        </p:blipFill>
        <p:spPr>
          <a:xfrm>
            <a:off x="167005" y="1830070"/>
            <a:ext cx="3247390" cy="355028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986395" y="1657350"/>
            <a:ext cx="378269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At the end of a day the user can add their step count.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user cannot add steps twice for the same day, and the step count must be between 0 and 50,000.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7" name="Picture 6" descr="adding steps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835" y="1691005"/>
            <a:ext cx="2686050" cy="3876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ctr"/>
            <a:r>
              <a:rPr lang="en-US"/>
              <a:t>After Submission</a:t>
            </a:r>
            <a:endParaRPr lang="en-US"/>
          </a:p>
        </p:txBody>
      </p:sp>
      <p:pic>
        <p:nvPicPr>
          <p:cNvPr id="6" name="Content Placeholder 5" descr="Captur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3990" y="1787525"/>
            <a:ext cx="8578850" cy="435165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9273540" y="2924175"/>
            <a:ext cx="25152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user has successfully added another day of steps.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They can now use the chart-type selector to change how the data is displayed.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bubble chart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4215" y="172085"/>
            <a:ext cx="10515600" cy="2856865"/>
          </a:xfrm>
          <a:prstGeom prst="rect">
            <a:avLst/>
          </a:prstGeom>
        </p:spPr>
      </p:pic>
      <p:pic>
        <p:nvPicPr>
          <p:cNvPr id="5" name="Picture 4" descr="line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15" y="3244215"/>
            <a:ext cx="10380980" cy="347027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38200" y="104775"/>
            <a:ext cx="3629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Bubble chart: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704215" y="3922395"/>
            <a:ext cx="3629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Line chart: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Filters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24860" y="1480185"/>
            <a:ext cx="5181600" cy="2555875"/>
          </a:xfrm>
        </p:spPr>
        <p:txBody>
          <a:bodyPr/>
          <a:p>
            <a:r>
              <a:rPr lang="en-US"/>
              <a:t>Finally, the user can filter by a specific time period to view the statistics for that range. The charts refresh automatically, just like when the chart type is changed.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599180" y="1369060"/>
            <a:ext cx="4339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5" name="Picture 4" descr="fil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0840" y="4171950"/>
            <a:ext cx="4324350" cy="88582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484245" y="5574030"/>
            <a:ext cx="5596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/>
              <a:t>Code on github Repository: </a:t>
            </a:r>
            <a:r>
              <a:rPr lang="en-US" sz="1600" u="sng">
                <a:solidFill>
                  <a:schemeClr val="tx1"/>
                </a:solidFill>
              </a:rPr>
              <a:t>https://github.com/evangelosvlachos96-dotcom/step-tracker</a:t>
            </a:r>
            <a:endParaRPr lang="en-US" sz="1600" u="sng">
              <a:solidFill>
                <a:schemeClr val="tx1"/>
              </a:solidFill>
            </a:endParaRPr>
          </a:p>
        </p:txBody>
      </p:sp>
      <p:graphicFrame>
        <p:nvGraphicFramePr>
          <p:cNvPr id="8" name="Content Placeholder 7"/>
          <p:cNvGraphicFramePr/>
          <p:nvPr>
            <p:ph sz="half" idx="2"/>
          </p:nvPr>
        </p:nvGraphicFramePr>
        <p:xfrm>
          <a:off x="7466965" y="3553619"/>
          <a:ext cx="4051300" cy="2020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2" imgW="4048125" imgH="2019300" progId="Paint.Picture">
                  <p:embed/>
                </p:oleObj>
              </mc:Choice>
              <mc:Fallback>
                <p:oleObj name="" r:id="rId2" imgW="4048125" imgH="2019300" progId="Paint.Picture">
                  <p:embed/>
                  <p:pic>
                    <p:nvPicPr>
                      <p:cNvPr id="0" name="Picture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466965" y="3553619"/>
                        <a:ext cx="4051300" cy="2020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1713</Words>
  <Application>WPS Presentation</Application>
  <PresentationFormat>Widescreen</PresentationFormat>
  <Paragraphs>50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Paint.Picture</vt:lpstr>
      <vt:lpstr>Sample Web Application Gallery</vt:lpstr>
      <vt:lpstr>Log in page</vt:lpstr>
      <vt:lpstr>Register Page</vt:lpstr>
      <vt:lpstr>Log in page</vt:lpstr>
      <vt:lpstr>Dashboard</vt:lpstr>
      <vt:lpstr>Dashboard</vt:lpstr>
      <vt:lpstr>Submiting Day’s Steps</vt:lpstr>
      <vt:lpstr>After Submition</vt:lpstr>
      <vt:lpstr>PowerPoint 演示文稿</vt:lpstr>
      <vt:lpstr>Filters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Web Application Gallery</dc:title>
  <dc:creator/>
  <cp:lastModifiedBy>Code1</cp:lastModifiedBy>
  <cp:revision>2</cp:revision>
  <dcterms:created xsi:type="dcterms:W3CDTF">2021-02-26T15:06:00Z</dcterms:created>
  <dcterms:modified xsi:type="dcterms:W3CDTF">2021-02-26T15:09:05Z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1033-11.2.0.9984</vt:lpwstr>
  </property>
</Properties>
</file>